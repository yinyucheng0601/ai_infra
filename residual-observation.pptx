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b87b43bb45427a" /><Relationship Type="http://schemas.openxmlformats.org/officeDocument/2006/relationships/extended-properties" Target="/docProps/app.xml" Id="Rfa11ff9309be4bdc" /><Relationship Type="http://schemas.openxmlformats.org/officeDocument/2006/relationships/officeDocument" Target="/ppt/presentation.xml" Id="Rb0a0bdad124945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0bc7804ddd4abf"/>
  </p:sldMasterIdLst>
  <p:notesMasterIdLst>
    <p:notesMasterId xmlns:r="http://schemas.openxmlformats.org/officeDocument/2006/relationships" r:id="Rd0d0262daf734956"/>
  </p:notesMasterIdLst>
  <p:sldIdLst>
    <p:sldId xmlns:r="http://schemas.openxmlformats.org/officeDocument/2006/relationships" id="256" r:id="Rf736ed6357464e5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03aacc41494f58" /><Relationship Type="http://schemas.openxmlformats.org/officeDocument/2006/relationships/slideMaster" Target="/ppt/slideMasters/slideMaster1.xml" Id="Rb00bc7804ddd4abf" /><Relationship Type="http://schemas.openxmlformats.org/officeDocument/2006/relationships/notesMaster" Target="/ppt/notesMasters/notesMaster1.xml" Id="Rd0d0262daf734956" /><Relationship Type="http://schemas.openxmlformats.org/officeDocument/2006/relationships/presProps" Target="/ppt/presProps.xml" Id="R0409544751644328" /><Relationship Type="http://schemas.openxmlformats.org/officeDocument/2006/relationships/tableStyles" Target="/ppt/tableStyles.xml" Id="R8eee93b0644441be" /><Relationship Type="http://schemas.openxmlformats.org/officeDocument/2006/relationships/slide" Target="/ppt/slides/slide1.xml" Id="Rf736ed6357464e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2a9cd980a644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59e220870d43ad" /><Relationship Type="http://schemas.openxmlformats.org/officeDocument/2006/relationships/notesMaster" Target="/ppt/notesMasters/notesMaster1.xml" Id="R75861f98309042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本页以通用加法残差单元 v=u+F(u;θ) 解释对象关系，省略归一化，不声称还原盘古的具体残差结构。u、r、v 都属于激活，r 是变换分支输出。一个完整 Decoder Layer 可包含多个残差单元，故单元输入/输出不直接等于整层边界 h_i/h_(i+1)。</a:t>
            </a:r>
          </a:p>
          <a:p xmlns:a="http://schemas.openxmlformats.org/drawingml/2006/main">
            <a:r>
              <a:t>Query 线性投影的 W 属于 θ，A_Q 是局部投影输出，后续计算形成 r。页面采用的逻辑尺寸：W 1024×2560，A_Q T×1024，Hidden T×2560。所有网格仅为张量图元，行列数和颜色不是模型真实数据。三个高亮格的 2、−0.5、1.5 是逐元素相加的教学示例。</a:t>
            </a:r>
          </a:p>
          <a:p xmlns:a="http://schemas.openxmlformats.org/drawingml/2006/main">
            <a:r>
              <a:t>紫色虚线表示损失经后续计算的链式求导，参数梯度 dL/dW 与 W 同形。优化器使用梯度、当前权重、学习率及状态更新参数。层间反向传递的是 dL/dh，页面尚未采集，不能用参数梯度代替。页面“更新后·权重”表示优化器更新后的快照，本图 W 表示参与当前计算的参数。</a:t>
            </a:r>
          </a:p>
          <a:p xmlns:a="http://schemas.openxmlformats.org/drawingml/2006/main">
            <a:r>
              <a:t>当前原型 Query 和 Hidden 使用独立教学数据，尚未由同一次前向计算连接；残差分支 r 尚未单独采集。残差分支 r 与异常偏差 δh=h_current−h_reference 含义不同，图中的蓝/金/紫是对象类别，不是异常等级。</a:t>
            </a:r>
          </a:p>
          <a:p xmlns:a="http://schemas.openxmlformats.org/drawingml/2006/main">
            <a:r>
              <a:t>来源：training-observation-relations.svg；pangu-layer-stack.html 第44版。残差结构的基础参考：https://papers.neurips.cc/paper/7181-attention-is-all-you-need.pdf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25a7b2a794f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f96506a33f4ad9" /><Relationship Type="http://schemas.openxmlformats.org/officeDocument/2006/relationships/slideLayout" Target="/ppt/slideLayouts/slideLayout1.xml" Id="Rd1ef1050bd7543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ef1050bd7543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1ffba160744c8" /><Relationship Type="http://schemas.openxmlformats.org/officeDocument/2006/relationships/notesSlide" Target="/ppt/notesSlides/notesSlide1.xml" Id="Rb82396bd775b4a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object-0">
            <a:extLst xmlns:a="http://schemas.openxmlformats.org/drawingml/2006/main">
              <a:ext uri="{FF2B5EF4-FFF2-40B4-BE49-F238E27FC236}">
                <a16:creationId xmlns:a16="http://schemas.microsoft.com/office/drawing/2014/main" id="{2F4688B6-1C4C-4032-90A2-E0C997B8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rPr>
              <a:t>残差与训练观测对象</a:t>
            </a:r>
          </a:p>
        </p:txBody>
      </p:sp>
      <p:sp>
        <p:nvSpPr>
          <p:cNvPr id="2" name="object-1">
            <a:extLst xmlns:a="http://schemas.openxmlformats.org/drawingml/2006/main">
              <a:ext uri="{FF2B5EF4-FFF2-40B4-BE49-F238E27FC236}">
                <a16:creationId xmlns:a16="http://schemas.microsoft.com/office/drawing/2014/main" id="{36889046-60F8-4E29-A27A-E75DC49F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81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rPr>
              <a:t>输入保留一条直通路径，再与计算分支的输出逐元素相加。</a:t>
            </a:r>
          </a:p>
        </p:txBody>
      </p:sp>
      <p:sp>
        <p:nvSpPr>
          <p:cNvPr id="3" name="object-2">
            <a:extLst xmlns:a="http://schemas.openxmlformats.org/drawingml/2006/main">
              <a:ext uri="{FF2B5EF4-FFF2-40B4-BE49-F238E27FC236}">
                <a16:creationId xmlns:a16="http://schemas.microsoft.com/office/drawing/2014/main" id="{7F15943E-3647-45B0-8564-28B824E8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EFF"/>
          </a:solidFill>
          <a:ln xmlns:a="http://schemas.openxmlformats.org/drawingml/2006/main" w="14288">
            <a:noFill/>
          </a:ln>
        </p:spPr>
      </p:sp>
      <p:sp>
        <p:nvSpPr>
          <p:cNvPr id="4" name="object-3">
            <a:extLst xmlns:a="http://schemas.openxmlformats.org/drawingml/2006/main">
              <a:ext uri="{FF2B5EF4-FFF2-40B4-BE49-F238E27FC236}">
                <a16:creationId xmlns:a16="http://schemas.microsoft.com/office/drawing/2014/main" id="{DE7B3612-32AD-440A-85B1-682277A3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048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rPr>
              <a:t>激活</a:t>
            </a:r>
          </a:p>
        </p:txBody>
      </p:sp>
      <p:sp>
        <p:nvSpPr>
          <p:cNvPr id="5" name="object-4">
            <a:extLst xmlns:a="http://schemas.openxmlformats.org/drawingml/2006/main">
              <a:ext uri="{FF2B5EF4-FFF2-40B4-BE49-F238E27FC236}">
                <a16:creationId xmlns:a16="http://schemas.microsoft.com/office/drawing/2014/main" id="{DCE25C17-300C-4A80-BBC4-1D6C83B0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81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C77B"/>
          </a:solidFill>
          <a:ln xmlns:a="http://schemas.openxmlformats.org/drawingml/2006/main" w="14288">
            <a:noFill/>
          </a:ln>
        </p:spPr>
      </p:sp>
      <p:sp>
        <p:nvSpPr>
          <p:cNvPr id="6" name="object-5">
            <a:extLst xmlns:a="http://schemas.openxmlformats.org/drawingml/2006/main">
              <a:ext uri="{FF2B5EF4-FFF2-40B4-BE49-F238E27FC236}">
                <a16:creationId xmlns:a16="http://schemas.microsoft.com/office/drawing/2014/main" id="{F76C0186-DBB1-4A39-B088-92E29697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048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rPr>
              <a:t>权重</a:t>
            </a:r>
          </a:p>
        </p:txBody>
      </p:sp>
      <p:sp>
        <p:nvSpPr>
          <p:cNvPr id="7" name="object-6">
            <a:extLst xmlns:a="http://schemas.openxmlformats.org/drawingml/2006/main">
              <a:ext uri="{FF2B5EF4-FFF2-40B4-BE49-F238E27FC236}">
                <a16:creationId xmlns:a16="http://schemas.microsoft.com/office/drawing/2014/main" id="{6D3FF46F-12B2-4BB8-9064-68B341FF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81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4EA"/>
          </a:solidFill>
          <a:ln xmlns:a="http://schemas.openxmlformats.org/drawingml/2006/main" w="14288">
            <a:noFill/>
          </a:ln>
        </p:spPr>
      </p:sp>
      <p:sp>
        <p:nvSpPr>
          <p:cNvPr id="8" name="object-7">
            <a:extLst xmlns:a="http://schemas.openxmlformats.org/drawingml/2006/main">
              <a:ext uri="{FF2B5EF4-FFF2-40B4-BE49-F238E27FC236}">
                <a16:creationId xmlns:a16="http://schemas.microsoft.com/office/drawing/2014/main" id="{A873789C-140F-40EF-A2A8-A75D938C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048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rPr>
              <a:t>梯度</a:t>
            </a:r>
          </a:p>
        </p:txBody>
      </p:sp>
      <p:sp>
        <p:nvSpPr>
          <p:cNvPr id="9" name="object-8">
            <a:extLst xmlns:a="http://schemas.openxmlformats.org/drawingml/2006/main">
              <a:ext uri="{FF2B5EF4-FFF2-40B4-BE49-F238E27FC236}">
                <a16:creationId xmlns:a16="http://schemas.microsoft.com/office/drawing/2014/main" id="{0FA0EDCD-1DCE-40B3-96E1-00A05BB1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33700"/>
            <a:ext cx="5848350" cy="2867025"/>
          </a:xfrm>
          <a:prstGeom xmlns:a="http://schemas.openxmlformats.org/drawingml/2006/main" prst="roundRect">
            <a:avLst>
              <a:gd name="adj" fmla="val 398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14288">
            <a:solidFill>
              <a:srgbClr val="444444"/>
            </a:solidFill>
          </a:ln>
        </p:spPr>
      </p:sp>
      <p:sp>
        <p:nvSpPr>
          <p:cNvPr id="10" name="object-9">
            <a:extLst xmlns:a="http://schemas.openxmlformats.org/drawingml/2006/main">
              <a:ext uri="{FF2B5EF4-FFF2-40B4-BE49-F238E27FC236}">
                <a16:creationId xmlns:a16="http://schemas.microsoft.com/office/drawing/2014/main" id="{8379AC39-5DA4-44EE-BF48-3923D02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48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rPr>
              <a:t>变换分支 F</a:t>
            </a:r>
          </a:p>
        </p:txBody>
      </p:sp>
      <p:sp>
        <p:nvSpPr>
          <p:cNvPr id="11" name="object-10">
            <a:extLst xmlns:a="http://schemas.openxmlformats.org/drawingml/2006/main">
              <a:ext uri="{FF2B5EF4-FFF2-40B4-BE49-F238E27FC236}">
                <a16:creationId xmlns:a16="http://schemas.microsoft.com/office/drawing/2014/main" id="{757C6CE7-0101-4F63-8550-4B4A2261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67000" y="2152650"/>
            <a:ext cx="95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12" name="object-11">
            <a:extLst xmlns:a="http://schemas.openxmlformats.org/drawingml/2006/main">
              <a:ext uri="{FF2B5EF4-FFF2-40B4-BE49-F238E27FC236}">
                <a16:creationId xmlns:a16="http://schemas.microsoft.com/office/drawing/2014/main" id="{0CB76D0C-6DBE-4332-8B3D-6A7A299B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67000" y="2152650"/>
            <a:ext cx="9144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13" name="object-12">
            <a:extLst xmlns:a="http://schemas.openxmlformats.org/drawingml/2006/main">
              <a:ext uri="{FF2B5EF4-FFF2-40B4-BE49-F238E27FC236}">
                <a16:creationId xmlns:a16="http://schemas.microsoft.com/office/drawing/2014/main" id="{D367F0CE-9482-4D53-8D63-8CAD4039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811000" y="2152650"/>
            <a:ext cx="95" cy="2133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14" name="object-13">
            <a:extLst xmlns:a="http://schemas.openxmlformats.org/drawingml/2006/main">
              <a:ext uri="{FF2B5EF4-FFF2-40B4-BE49-F238E27FC236}">
                <a16:creationId xmlns:a16="http://schemas.microsoft.com/office/drawing/2014/main" id="{8B1E35B0-6F7C-451B-8D4E-FB239FC5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763375" y="4191000"/>
            <a:ext cx="476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15" name="object-14">
            <a:extLst xmlns:a="http://schemas.openxmlformats.org/drawingml/2006/main">
              <a:ext uri="{FF2B5EF4-FFF2-40B4-BE49-F238E27FC236}">
                <a16:creationId xmlns:a16="http://schemas.microsoft.com/office/drawing/2014/main" id="{4F0971FA-057F-4EE1-8CBC-C9C788CA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811000" y="4191000"/>
            <a:ext cx="476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16" name="object-15">
            <a:extLst xmlns:a="http://schemas.openxmlformats.org/drawingml/2006/main">
              <a:ext uri="{FF2B5EF4-FFF2-40B4-BE49-F238E27FC236}">
                <a16:creationId xmlns:a16="http://schemas.microsoft.com/office/drawing/2014/main" id="{7DEA55FC-226D-469A-B840-AA5C79D6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24025"/>
            <a:ext cx="619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8DBE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8DBEFF"/>
                </a:solidFill>
                <a:latin typeface="Noto Sans CJK SC"/>
                <a:ea typeface="Noto Sans CJK SC"/>
                <a:cs typeface="Noto Sans CJK SC"/>
              </a:rPr>
              <a:t>残差连接：原输入 u 直接经过这里</a:t>
            </a:r>
          </a:p>
        </p:txBody>
      </p:sp>
      <p:sp>
        <p:nvSpPr>
          <p:cNvPr id="17" name="object-16">
            <a:extLst xmlns:a="http://schemas.openxmlformats.org/drawingml/2006/main">
              <a:ext uri="{FF2B5EF4-FFF2-40B4-BE49-F238E27FC236}">
                <a16:creationId xmlns:a16="http://schemas.microsoft.com/office/drawing/2014/main" id="{E678B728-0182-486A-885C-6CAAD99B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EFF"/>
          </a:solidFill>
          <a:ln xmlns:a="http://schemas.openxmlformats.org/drawingml/2006/main" w="14288">
            <a:noFill/>
          </a:ln>
        </p:spPr>
      </p:sp>
      <p:sp>
        <p:nvSpPr>
          <p:cNvPr id="18" name="object-17">
            <a:extLst xmlns:a="http://schemas.openxmlformats.org/drawingml/2006/main">
              <a:ext uri="{FF2B5EF4-FFF2-40B4-BE49-F238E27FC236}">
                <a16:creationId xmlns:a16="http://schemas.microsoft.com/office/drawing/2014/main" id="{04E06CFE-6511-4F19-A0F9-E427881E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8DBE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8DBEFF"/>
                </a:solidFill>
                <a:latin typeface="Noto Sans CJK SC"/>
                <a:ea typeface="Noto Sans CJK SC"/>
                <a:cs typeface="Noto Sans CJK SC"/>
              </a:rPr>
              <a:t>单元输入 u</a:t>
            </a:r>
          </a:p>
        </p:txBody>
      </p:sp>
      <p:sp>
        <p:nvSpPr>
          <p:cNvPr id="19" name="object-18">
            <a:extLst xmlns:a="http://schemas.openxmlformats.org/drawingml/2006/main">
              <a:ext uri="{FF2B5EF4-FFF2-40B4-BE49-F238E27FC236}">
                <a16:creationId xmlns:a16="http://schemas.microsoft.com/office/drawing/2014/main" id="{9F22CB0B-48D9-462B-B7E1-0C79D200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E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0" name="object-19">
            <a:extLst xmlns:a="http://schemas.openxmlformats.org/drawingml/2006/main">
              <a:ext uri="{FF2B5EF4-FFF2-40B4-BE49-F238E27FC236}">
                <a16:creationId xmlns:a16="http://schemas.microsoft.com/office/drawing/2014/main" id="{BCB4007D-FE8A-447D-8B7D-D423A9EA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21" name="object-20">
            <a:extLst xmlns:a="http://schemas.openxmlformats.org/drawingml/2006/main">
              <a:ext uri="{FF2B5EF4-FFF2-40B4-BE49-F238E27FC236}">
                <a16:creationId xmlns:a16="http://schemas.microsoft.com/office/drawing/2014/main" id="{F010A1FF-8A6A-4383-8287-D6639FD6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43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C1"/>
          </a:solidFill>
          <a:ln xmlns:a="http://schemas.openxmlformats.org/drawingml/2006/main" w="0">
            <a:noFill/>
          </a:ln>
        </p:spPr>
      </p:sp>
      <p:sp>
        <p:nvSpPr>
          <p:cNvPr id="22" name="object-21">
            <a:extLst xmlns:a="http://schemas.openxmlformats.org/drawingml/2006/main">
              <a:ext uri="{FF2B5EF4-FFF2-40B4-BE49-F238E27FC236}">
                <a16:creationId xmlns:a16="http://schemas.microsoft.com/office/drawing/2014/main" id="{9CD3F703-E046-461B-9127-119D899E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43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F65"/>
          </a:solidFill>
          <a:ln xmlns:a="http://schemas.openxmlformats.org/drawingml/2006/main" w="0">
            <a:noFill/>
          </a:ln>
        </p:spPr>
      </p:sp>
      <p:sp>
        <p:nvSpPr>
          <p:cNvPr id="23" name="object-22">
            <a:extLst xmlns:a="http://schemas.openxmlformats.org/drawingml/2006/main">
              <a:ext uri="{FF2B5EF4-FFF2-40B4-BE49-F238E27FC236}">
                <a16:creationId xmlns:a16="http://schemas.microsoft.com/office/drawing/2014/main" id="{AE250268-36EB-4E9F-A770-9487576A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1AA"/>
          </a:solidFill>
          <a:ln xmlns:a="http://schemas.openxmlformats.org/drawingml/2006/main" w="0">
            <a:noFill/>
          </a:ln>
        </p:spPr>
      </p:sp>
      <p:sp>
        <p:nvSpPr>
          <p:cNvPr id="24" name="object-23">
            <a:extLst xmlns:a="http://schemas.openxmlformats.org/drawingml/2006/main">
              <a:ext uri="{FF2B5EF4-FFF2-40B4-BE49-F238E27FC236}">
                <a16:creationId xmlns:a16="http://schemas.microsoft.com/office/drawing/2014/main" id="{AFDCC8FF-683A-462D-8628-B4E07FCF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62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F4E"/>
          </a:solidFill>
          <a:ln xmlns:a="http://schemas.openxmlformats.org/drawingml/2006/main" w="0">
            <a:noFill/>
          </a:ln>
        </p:spPr>
      </p:sp>
      <p:sp>
        <p:nvSpPr>
          <p:cNvPr id="25" name="object-24">
            <a:extLst xmlns:a="http://schemas.openxmlformats.org/drawingml/2006/main">
              <a:ext uri="{FF2B5EF4-FFF2-40B4-BE49-F238E27FC236}">
                <a16:creationId xmlns:a16="http://schemas.microsoft.com/office/drawing/2014/main" id="{BF5BBB76-242D-499E-BCE2-AC9F8A2E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62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093"/>
          </a:solidFill>
          <a:ln xmlns:a="http://schemas.openxmlformats.org/drawingml/2006/main" w="0">
            <a:noFill/>
          </a:ln>
        </p:spPr>
      </p:sp>
      <p:sp>
        <p:nvSpPr>
          <p:cNvPr id="26" name="object-25">
            <a:extLst xmlns:a="http://schemas.openxmlformats.org/drawingml/2006/main">
              <a:ext uri="{FF2B5EF4-FFF2-40B4-BE49-F238E27FC236}">
                <a16:creationId xmlns:a16="http://schemas.microsoft.com/office/drawing/2014/main" id="{E4FCE730-C779-4516-AAA0-08C77D53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D8"/>
          </a:solidFill>
          <a:ln xmlns:a="http://schemas.openxmlformats.org/drawingml/2006/main" w="0">
            <a:noFill/>
          </a:ln>
        </p:spPr>
      </p:sp>
      <p:sp>
        <p:nvSpPr>
          <p:cNvPr id="27" name="object-26">
            <a:extLst xmlns:a="http://schemas.openxmlformats.org/drawingml/2006/main">
              <a:ext uri="{FF2B5EF4-FFF2-40B4-BE49-F238E27FC236}">
                <a16:creationId xmlns:a16="http://schemas.microsoft.com/office/drawing/2014/main" id="{0BE86F46-1632-4777-94CB-A70F6D4A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81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07C"/>
          </a:solidFill>
          <a:ln xmlns:a="http://schemas.openxmlformats.org/drawingml/2006/main" w="0">
            <a:noFill/>
          </a:ln>
        </p:spPr>
      </p:sp>
      <p:sp>
        <p:nvSpPr>
          <p:cNvPr id="28" name="object-27">
            <a:extLst xmlns:a="http://schemas.openxmlformats.org/drawingml/2006/main">
              <a:ext uri="{FF2B5EF4-FFF2-40B4-BE49-F238E27FC236}">
                <a16:creationId xmlns:a16="http://schemas.microsoft.com/office/drawing/2014/main" id="{AE64A188-8125-4F94-8054-9FE36E7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781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C1"/>
          </a:solidFill>
          <a:ln xmlns:a="http://schemas.openxmlformats.org/drawingml/2006/main" w="0">
            <a:noFill/>
          </a:ln>
        </p:spPr>
      </p:sp>
      <p:sp>
        <p:nvSpPr>
          <p:cNvPr id="29" name="object-28">
            <a:extLst xmlns:a="http://schemas.openxmlformats.org/drawingml/2006/main">
              <a:ext uri="{FF2B5EF4-FFF2-40B4-BE49-F238E27FC236}">
                <a16:creationId xmlns:a16="http://schemas.microsoft.com/office/drawing/2014/main" id="{AA2D1FC1-C021-435C-A24E-E42A72BE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rPr>
              <a:t>已有的特征</a:t>
            </a:r>
          </a:p>
        </p:txBody>
      </p:sp>
      <p:sp>
        <p:nvSpPr>
          <p:cNvPr id="30" name="object-29">
            <a:extLst xmlns:a="http://schemas.openxmlformats.org/drawingml/2006/main">
              <a:ext uri="{FF2B5EF4-FFF2-40B4-BE49-F238E27FC236}">
                <a16:creationId xmlns:a16="http://schemas.microsoft.com/office/drawing/2014/main" id="{15261472-818D-4823-829F-370E08D7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00300" y="4552950"/>
            <a:ext cx="1600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31" name="object-30">
            <a:extLst xmlns:a="http://schemas.openxmlformats.org/drawingml/2006/main">
              <a:ext uri="{FF2B5EF4-FFF2-40B4-BE49-F238E27FC236}">
                <a16:creationId xmlns:a16="http://schemas.microsoft.com/office/drawing/2014/main" id="{6A797A7C-10EF-4D11-8E27-8C0B257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905250" y="4552950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32" name="object-31">
            <a:extLst xmlns:a="http://schemas.openxmlformats.org/drawingml/2006/main">
              <a:ext uri="{FF2B5EF4-FFF2-40B4-BE49-F238E27FC236}">
                <a16:creationId xmlns:a16="http://schemas.microsoft.com/office/drawing/2014/main" id="{936608C9-6E49-413E-AC99-AC01343C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05250" y="4505325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33" name="object-32">
            <a:extLst xmlns:a="http://schemas.openxmlformats.org/drawingml/2006/main">
              <a:ext uri="{FF2B5EF4-FFF2-40B4-BE49-F238E27FC236}">
                <a16:creationId xmlns:a16="http://schemas.microsoft.com/office/drawing/2014/main" id="{795FDBE2-D8FF-41EA-B9F4-B3450920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14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443"/>
          </a:solidFill>
          <a:ln xmlns:a="http://schemas.openxmlformats.org/drawingml/2006/main" w="0">
            <a:noFill/>
          </a:ln>
        </p:spPr>
      </p:sp>
      <p:sp>
        <p:nvSpPr>
          <p:cNvPr id="34" name="object-33">
            <a:extLst xmlns:a="http://schemas.openxmlformats.org/drawingml/2006/main">
              <a:ext uri="{FF2B5EF4-FFF2-40B4-BE49-F238E27FC236}">
                <a16:creationId xmlns:a16="http://schemas.microsoft.com/office/drawing/2014/main" id="{81D3EBEB-FBBB-4096-A62B-DDF2789D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514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9861"/>
          </a:solidFill>
          <a:ln xmlns:a="http://schemas.openxmlformats.org/drawingml/2006/main" w="0">
            <a:noFill/>
          </a:ln>
        </p:spPr>
      </p:sp>
      <p:sp>
        <p:nvSpPr>
          <p:cNvPr id="35" name="object-34">
            <a:extLst xmlns:a="http://schemas.openxmlformats.org/drawingml/2006/main">
              <a:ext uri="{FF2B5EF4-FFF2-40B4-BE49-F238E27FC236}">
                <a16:creationId xmlns:a16="http://schemas.microsoft.com/office/drawing/2014/main" id="{26430B35-CE6D-4C92-B138-042763A3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14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239"/>
          </a:solidFill>
          <a:ln xmlns:a="http://schemas.openxmlformats.org/drawingml/2006/main" w="0">
            <a:noFill/>
          </a:ln>
        </p:spPr>
      </p:sp>
      <p:sp>
        <p:nvSpPr>
          <p:cNvPr id="36" name="object-35">
            <a:extLst xmlns:a="http://schemas.openxmlformats.org/drawingml/2006/main">
              <a:ext uri="{FF2B5EF4-FFF2-40B4-BE49-F238E27FC236}">
                <a16:creationId xmlns:a16="http://schemas.microsoft.com/office/drawing/2014/main" id="{AC4D70FB-3274-4552-94C7-30E34CFD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743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8757"/>
          </a:solidFill>
          <a:ln xmlns:a="http://schemas.openxmlformats.org/drawingml/2006/main" w="0">
            <a:noFill/>
          </a:ln>
        </p:spPr>
      </p:sp>
      <p:sp>
        <p:nvSpPr>
          <p:cNvPr id="37" name="object-36">
            <a:extLst xmlns:a="http://schemas.openxmlformats.org/drawingml/2006/main">
              <a:ext uri="{FF2B5EF4-FFF2-40B4-BE49-F238E27FC236}">
                <a16:creationId xmlns:a16="http://schemas.microsoft.com/office/drawing/2014/main" id="{43A07EE9-92E7-41AB-BB35-FAF77C5C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43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4130"/>
          </a:solidFill>
          <a:ln xmlns:a="http://schemas.openxmlformats.org/drawingml/2006/main" w="0">
            <a:noFill/>
          </a:ln>
        </p:spPr>
      </p:sp>
      <p:sp>
        <p:nvSpPr>
          <p:cNvPr id="38" name="object-37">
            <a:extLst xmlns:a="http://schemas.openxmlformats.org/drawingml/2006/main">
              <a:ext uri="{FF2B5EF4-FFF2-40B4-BE49-F238E27FC236}">
                <a16:creationId xmlns:a16="http://schemas.microsoft.com/office/drawing/2014/main" id="{A2CA90D0-EFF3-4236-A8D5-B92885C6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43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754D"/>
          </a:solidFill>
          <a:ln xmlns:a="http://schemas.openxmlformats.org/drawingml/2006/main" w="0">
            <a:noFill/>
          </a:ln>
        </p:spPr>
      </p:sp>
      <p:sp>
        <p:nvSpPr>
          <p:cNvPr id="39" name="object-38">
            <a:extLst xmlns:a="http://schemas.openxmlformats.org/drawingml/2006/main">
              <a:ext uri="{FF2B5EF4-FFF2-40B4-BE49-F238E27FC236}">
                <a16:creationId xmlns:a16="http://schemas.microsoft.com/office/drawing/2014/main" id="{97E4FD5D-8601-434C-B227-D7879D55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052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BC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EBC77B"/>
                </a:solidFill>
                <a:latin typeface="Noto Sans CJK SC"/>
                <a:ea typeface="Noto Sans CJK SC"/>
                <a:cs typeface="Noto Sans CJK SC"/>
              </a:rPr>
              <a:t>权重 W</a:t>
            </a:r>
          </a:p>
        </p:txBody>
      </p:sp>
      <p:sp>
        <p:nvSpPr>
          <p:cNvPr id="40" name="object-39">
            <a:extLst xmlns:a="http://schemas.openxmlformats.org/drawingml/2006/main">
              <a:ext uri="{FF2B5EF4-FFF2-40B4-BE49-F238E27FC236}">
                <a16:creationId xmlns:a16="http://schemas.microsoft.com/office/drawing/2014/main" id="{9E72F7C3-86F9-4587-A23D-C51DC27D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0000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rPr>
              <a:t>控制怎样计算</a:t>
            </a:r>
          </a:p>
        </p:txBody>
      </p:sp>
      <p:sp>
        <p:nvSpPr>
          <p:cNvPr id="41" name="object-40">
            <a:extLst xmlns:a="http://schemas.openxmlformats.org/drawingml/2006/main">
              <a:ext uri="{FF2B5EF4-FFF2-40B4-BE49-F238E27FC236}">
                <a16:creationId xmlns:a16="http://schemas.microsoft.com/office/drawing/2014/main" id="{9786A2FA-A607-4855-8CD9-E2EA1DC8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29125" y="3943350"/>
            <a:ext cx="9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BC77B"/>
            </a:solidFill>
            <a:prstDash val="solid"/>
          </a:ln>
        </p:spPr>
      </p:sp>
      <p:sp>
        <p:nvSpPr>
          <p:cNvPr id="42" name="object-41">
            <a:extLst xmlns:a="http://schemas.openxmlformats.org/drawingml/2006/main">
              <a:ext uri="{FF2B5EF4-FFF2-40B4-BE49-F238E27FC236}">
                <a16:creationId xmlns:a16="http://schemas.microsoft.com/office/drawing/2014/main" id="{8F041753-8119-4E1C-AF37-7AA5913A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381500" y="4133850"/>
            <a:ext cx="476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BC77B"/>
            </a:solidFill>
            <a:prstDash val="solid"/>
          </a:ln>
        </p:spPr>
      </p:sp>
      <p:sp>
        <p:nvSpPr>
          <p:cNvPr id="43" name="object-42">
            <a:extLst xmlns:a="http://schemas.openxmlformats.org/drawingml/2006/main">
              <a:ext uri="{FF2B5EF4-FFF2-40B4-BE49-F238E27FC236}">
                <a16:creationId xmlns:a16="http://schemas.microsoft.com/office/drawing/2014/main" id="{F0CFBAE7-9917-4C35-91BE-14DCFD4B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29125" y="4133850"/>
            <a:ext cx="476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EBC77B"/>
            </a:solidFill>
            <a:prstDash val="solid"/>
          </a:ln>
        </p:spPr>
      </p:sp>
      <p:sp>
        <p:nvSpPr>
          <p:cNvPr id="44" name="object-43">
            <a:extLst xmlns:a="http://schemas.openxmlformats.org/drawingml/2006/main">
              <a:ext uri="{FF2B5EF4-FFF2-40B4-BE49-F238E27FC236}">
                <a16:creationId xmlns:a16="http://schemas.microsoft.com/office/drawing/2014/main" id="{F66A504B-E425-48FB-8B58-3283EBA1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11049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4288">
            <a:solidFill>
              <a:srgbClr val="888888"/>
            </a:solidFill>
          </a:ln>
        </p:spPr>
      </p:sp>
      <p:sp>
        <p:nvSpPr>
          <p:cNvPr id="45" name="object-44">
            <a:extLst xmlns:a="http://schemas.openxmlformats.org/drawingml/2006/main">
              <a:ext uri="{FF2B5EF4-FFF2-40B4-BE49-F238E27FC236}">
                <a16:creationId xmlns:a16="http://schemas.microsoft.com/office/drawing/2014/main" id="{E2A9F53E-8FB2-4B90-8DE2-ABA3B942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71975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rPr>
              <a:t>Query</a:t>
            </a:r>
          </a:p>
        </p:txBody>
      </p:sp>
      <p:sp>
        <p:nvSpPr>
          <p:cNvPr id="46" name="object-45">
            <a:extLst xmlns:a="http://schemas.openxmlformats.org/drawingml/2006/main">
              <a:ext uri="{FF2B5EF4-FFF2-40B4-BE49-F238E27FC236}">
                <a16:creationId xmlns:a16="http://schemas.microsoft.com/office/drawing/2014/main" id="{EAA91B6A-481B-41BD-97A0-AE75AAC0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105400" y="4552950"/>
            <a:ext cx="838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8DBEFF"/>
            </a:solidFill>
            <a:prstDash val="solid"/>
          </a:ln>
        </p:spPr>
      </p:sp>
      <p:sp>
        <p:nvSpPr>
          <p:cNvPr id="47" name="object-46">
            <a:extLst xmlns:a="http://schemas.openxmlformats.org/drawingml/2006/main">
              <a:ext uri="{FF2B5EF4-FFF2-40B4-BE49-F238E27FC236}">
                <a16:creationId xmlns:a16="http://schemas.microsoft.com/office/drawing/2014/main" id="{4AA61A21-B4D1-4373-87EA-35C62526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48350" y="4552950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8DBEFF"/>
            </a:solidFill>
            <a:prstDash val="solid"/>
          </a:ln>
        </p:spPr>
      </p:sp>
      <p:sp>
        <p:nvSpPr>
          <p:cNvPr id="48" name="object-47">
            <a:extLst xmlns:a="http://schemas.openxmlformats.org/drawingml/2006/main">
              <a:ext uri="{FF2B5EF4-FFF2-40B4-BE49-F238E27FC236}">
                <a16:creationId xmlns:a16="http://schemas.microsoft.com/office/drawing/2014/main" id="{D3408972-22A5-4337-B3EC-C62D5699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848350" y="4505325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8DBEFF"/>
            </a:solidFill>
            <a:prstDash val="solid"/>
          </a:ln>
        </p:spPr>
      </p:sp>
      <p:sp>
        <p:nvSpPr>
          <p:cNvPr id="49" name="object-48">
            <a:extLst xmlns:a="http://schemas.openxmlformats.org/drawingml/2006/main">
              <a:ext uri="{FF2B5EF4-FFF2-40B4-BE49-F238E27FC236}">
                <a16:creationId xmlns:a16="http://schemas.microsoft.com/office/drawing/2014/main" id="{0DCCBCE0-8E80-45B9-80E6-B962A9FC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529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07C"/>
          </a:solidFill>
          <a:ln xmlns:a="http://schemas.openxmlformats.org/drawingml/2006/main" w="0">
            <a:noFill/>
          </a:ln>
        </p:spPr>
      </p:sp>
      <p:sp>
        <p:nvSpPr>
          <p:cNvPr id="50" name="object-49">
            <a:extLst xmlns:a="http://schemas.openxmlformats.org/drawingml/2006/main">
              <a:ext uri="{FF2B5EF4-FFF2-40B4-BE49-F238E27FC236}">
                <a16:creationId xmlns:a16="http://schemas.microsoft.com/office/drawing/2014/main" id="{EC4B046B-2DD6-4C6E-987A-31DF4595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C1"/>
          </a:solidFill>
          <a:ln xmlns:a="http://schemas.openxmlformats.org/drawingml/2006/main" w="0">
            <a:noFill/>
          </a:ln>
        </p:spPr>
      </p:sp>
      <p:sp>
        <p:nvSpPr>
          <p:cNvPr id="51" name="object-50">
            <a:extLst xmlns:a="http://schemas.openxmlformats.org/drawingml/2006/main">
              <a:ext uri="{FF2B5EF4-FFF2-40B4-BE49-F238E27FC236}">
                <a16:creationId xmlns:a16="http://schemas.microsoft.com/office/drawing/2014/main" id="{B3E06CF0-C5DE-43F8-807E-3F74646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4291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F65"/>
          </a:solidFill>
          <a:ln xmlns:a="http://schemas.openxmlformats.org/drawingml/2006/main" w="0">
            <a:noFill/>
          </a:ln>
        </p:spPr>
      </p:sp>
      <p:sp>
        <p:nvSpPr>
          <p:cNvPr id="52" name="object-51">
            <a:extLst xmlns:a="http://schemas.openxmlformats.org/drawingml/2006/main">
              <a:ext uri="{FF2B5EF4-FFF2-40B4-BE49-F238E27FC236}">
                <a16:creationId xmlns:a16="http://schemas.microsoft.com/office/drawing/2014/main" id="{8151A21D-87C6-4814-9FE9-0CA1C327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1AA"/>
          </a:solidFill>
          <a:ln xmlns:a="http://schemas.openxmlformats.org/drawingml/2006/main" w="0">
            <a:noFill/>
          </a:ln>
        </p:spPr>
      </p:sp>
      <p:sp>
        <p:nvSpPr>
          <p:cNvPr id="53" name="object-52">
            <a:extLst xmlns:a="http://schemas.openxmlformats.org/drawingml/2006/main">
              <a:ext uri="{FF2B5EF4-FFF2-40B4-BE49-F238E27FC236}">
                <a16:creationId xmlns:a16="http://schemas.microsoft.com/office/drawing/2014/main" id="{26BF89BB-F82E-4F9E-BA53-88B4DEFF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7053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F4E"/>
          </a:solidFill>
          <a:ln xmlns:a="http://schemas.openxmlformats.org/drawingml/2006/main" w="0">
            <a:noFill/>
          </a:ln>
        </p:spPr>
      </p:sp>
      <p:sp>
        <p:nvSpPr>
          <p:cNvPr id="54" name="object-53">
            <a:extLst xmlns:a="http://schemas.openxmlformats.org/drawingml/2006/main">
              <a:ext uri="{FF2B5EF4-FFF2-40B4-BE49-F238E27FC236}">
                <a16:creationId xmlns:a16="http://schemas.microsoft.com/office/drawing/2014/main" id="{A8622702-C5C4-4837-8EDC-A1F76D02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093"/>
          </a:solidFill>
          <a:ln xmlns:a="http://schemas.openxmlformats.org/drawingml/2006/main" w="0">
            <a:noFill/>
          </a:ln>
        </p:spPr>
      </p:sp>
      <p:sp>
        <p:nvSpPr>
          <p:cNvPr id="55" name="object-54">
            <a:extLst xmlns:a="http://schemas.openxmlformats.org/drawingml/2006/main">
              <a:ext uri="{FF2B5EF4-FFF2-40B4-BE49-F238E27FC236}">
                <a16:creationId xmlns:a16="http://schemas.microsoft.com/office/drawing/2014/main" id="{BE518DA9-CED1-42DC-A583-B1DD643E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1054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8DBE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8DBEFF"/>
                </a:solidFill>
                <a:latin typeface="Noto Sans CJK SC"/>
                <a:ea typeface="Noto Sans CJK SC"/>
                <a:cs typeface="Noto Sans CJK SC"/>
              </a:rPr>
              <a:t>局部激活 A_Q</a:t>
            </a:r>
          </a:p>
        </p:txBody>
      </p:sp>
      <p:sp>
        <p:nvSpPr>
          <p:cNvPr id="56" name="object-55">
            <a:extLst xmlns:a="http://schemas.openxmlformats.org/drawingml/2006/main">
              <a:ext uri="{FF2B5EF4-FFF2-40B4-BE49-F238E27FC236}">
                <a16:creationId xmlns:a16="http://schemas.microsoft.com/office/drawing/2014/main" id="{A9DAE417-409B-411E-85DC-4722AF6C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24625" y="4552950"/>
            <a:ext cx="11906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8DBEFF"/>
            </a:solidFill>
            <a:prstDash val="solid"/>
          </a:ln>
        </p:spPr>
      </p:sp>
      <p:sp>
        <p:nvSpPr>
          <p:cNvPr id="57" name="object-56">
            <a:extLst xmlns:a="http://schemas.openxmlformats.org/drawingml/2006/main">
              <a:ext uri="{FF2B5EF4-FFF2-40B4-BE49-F238E27FC236}">
                <a16:creationId xmlns:a16="http://schemas.microsoft.com/office/drawing/2014/main" id="{38494B13-DD0E-45D2-BBE9-88892A04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20000" y="4552950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8DBEFF"/>
            </a:solidFill>
            <a:prstDash val="solid"/>
          </a:ln>
        </p:spPr>
      </p:sp>
      <p:sp>
        <p:nvSpPr>
          <p:cNvPr id="58" name="object-57">
            <a:extLst xmlns:a="http://schemas.openxmlformats.org/drawingml/2006/main">
              <a:ext uri="{FF2B5EF4-FFF2-40B4-BE49-F238E27FC236}">
                <a16:creationId xmlns:a16="http://schemas.microsoft.com/office/drawing/2014/main" id="{91C8A36B-C310-4B94-A7E6-5C2CE2A1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20000" y="4505325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8DBEFF"/>
            </a:solidFill>
            <a:prstDash val="solid"/>
          </a:ln>
        </p:spPr>
      </p:sp>
      <p:sp>
        <p:nvSpPr>
          <p:cNvPr id="59" name="object-58">
            <a:extLst xmlns:a="http://schemas.openxmlformats.org/drawingml/2006/main">
              <a:ext uri="{FF2B5EF4-FFF2-40B4-BE49-F238E27FC236}">
                <a16:creationId xmlns:a16="http://schemas.microsoft.com/office/drawing/2014/main" id="{9C6AE52E-E731-4F84-A350-8C4EB0F2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29100"/>
            <a:ext cx="1190625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4288">
            <a:solidFill>
              <a:srgbClr val="888888"/>
            </a:solidFill>
          </a:ln>
        </p:spPr>
      </p:sp>
      <p:sp>
        <p:nvSpPr>
          <p:cNvPr id="60" name="object-59">
            <a:extLst xmlns:a="http://schemas.openxmlformats.org/drawingml/2006/main">
              <a:ext uri="{FF2B5EF4-FFF2-40B4-BE49-F238E27FC236}">
                <a16:creationId xmlns:a16="http://schemas.microsoft.com/office/drawing/2014/main" id="{C052030D-8BBC-40BE-983A-2BEE5DDB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71975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rPr>
              <a:t>后续计算</a:t>
            </a:r>
          </a:p>
        </p:txBody>
      </p:sp>
      <p:sp>
        <p:nvSpPr>
          <p:cNvPr id="61" name="object-60">
            <a:extLst xmlns:a="http://schemas.openxmlformats.org/drawingml/2006/main">
              <a:ext uri="{FF2B5EF4-FFF2-40B4-BE49-F238E27FC236}">
                <a16:creationId xmlns:a16="http://schemas.microsoft.com/office/drawing/2014/main" id="{2F2D1D16-6D77-4991-9AD9-150FEAC4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05875" y="4552950"/>
            <a:ext cx="10382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8DBEFF"/>
            </a:solidFill>
            <a:prstDash val="solid"/>
          </a:ln>
        </p:spPr>
      </p:sp>
      <p:sp>
        <p:nvSpPr>
          <p:cNvPr id="62" name="object-61">
            <a:extLst xmlns:a="http://schemas.openxmlformats.org/drawingml/2006/main">
              <a:ext uri="{FF2B5EF4-FFF2-40B4-BE49-F238E27FC236}">
                <a16:creationId xmlns:a16="http://schemas.microsoft.com/office/drawing/2014/main" id="{2115615A-2DCC-4C67-8373-E9B4BA4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48850" y="4552950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8DBEFF"/>
            </a:solidFill>
            <a:prstDash val="solid"/>
          </a:ln>
        </p:spPr>
      </p:sp>
      <p:sp>
        <p:nvSpPr>
          <p:cNvPr id="63" name="object-62">
            <a:extLst xmlns:a="http://schemas.openxmlformats.org/drawingml/2006/main">
              <a:ext uri="{FF2B5EF4-FFF2-40B4-BE49-F238E27FC236}">
                <a16:creationId xmlns:a16="http://schemas.microsoft.com/office/drawing/2014/main" id="{A1BEBF75-0B17-4671-AAD3-C6E4C031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848850" y="4505325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8DBEFF"/>
            </a:solidFill>
            <a:prstDash val="solid"/>
          </a:ln>
        </p:spPr>
      </p:sp>
      <p:sp>
        <p:nvSpPr>
          <p:cNvPr id="64" name="object-63">
            <a:extLst xmlns:a="http://schemas.openxmlformats.org/drawingml/2006/main">
              <a:ext uri="{FF2B5EF4-FFF2-40B4-BE49-F238E27FC236}">
                <a16:creationId xmlns:a16="http://schemas.microsoft.com/office/drawing/2014/main" id="{AAB7BE53-ADA6-4BAE-98BC-2C29E0E9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8137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8DBE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8DBEFF"/>
                </a:solidFill>
                <a:latin typeface="Noto Sans CJK SC"/>
                <a:ea typeface="Noto Sans CJK SC"/>
                <a:cs typeface="Noto Sans CJK SC"/>
              </a:rPr>
              <a:t>分支输出 r</a:t>
            </a:r>
          </a:p>
        </p:txBody>
      </p:sp>
      <p:sp>
        <p:nvSpPr>
          <p:cNvPr id="65" name="object-64">
            <a:extLst xmlns:a="http://schemas.openxmlformats.org/drawingml/2006/main">
              <a:ext uri="{FF2B5EF4-FFF2-40B4-BE49-F238E27FC236}">
                <a16:creationId xmlns:a16="http://schemas.microsoft.com/office/drawing/2014/main" id="{A0C4992C-1937-43B5-A7AE-A45C3F1A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43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E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6" name="object-65">
            <a:extLst xmlns:a="http://schemas.openxmlformats.org/drawingml/2006/main">
              <a:ext uri="{FF2B5EF4-FFF2-40B4-BE49-F238E27FC236}">
                <a16:creationId xmlns:a16="http://schemas.microsoft.com/office/drawing/2014/main" id="{4B3A2AE2-FD44-4B77-9882-6428B13E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43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−0.5</a:t>
            </a:r>
          </a:p>
        </p:txBody>
      </p:sp>
      <p:sp>
        <p:nvSpPr>
          <p:cNvPr id="67" name="object-66">
            <a:extLst xmlns:a="http://schemas.openxmlformats.org/drawingml/2006/main">
              <a:ext uri="{FF2B5EF4-FFF2-40B4-BE49-F238E27FC236}">
                <a16:creationId xmlns:a16="http://schemas.microsoft.com/office/drawing/2014/main" id="{A838F5FC-2A7E-4041-8B75-F4494379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43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C1"/>
          </a:solidFill>
          <a:ln xmlns:a="http://schemas.openxmlformats.org/drawingml/2006/main" w="0">
            <a:noFill/>
          </a:ln>
        </p:spPr>
      </p:sp>
      <p:sp>
        <p:nvSpPr>
          <p:cNvPr id="68" name="object-67">
            <a:extLst xmlns:a="http://schemas.openxmlformats.org/drawingml/2006/main">
              <a:ext uri="{FF2B5EF4-FFF2-40B4-BE49-F238E27FC236}">
                <a16:creationId xmlns:a16="http://schemas.microsoft.com/office/drawing/2014/main" id="{001EF427-A0BB-4E0C-B82B-2AC9D751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943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F65"/>
          </a:solidFill>
          <a:ln xmlns:a="http://schemas.openxmlformats.org/drawingml/2006/main" w="0">
            <a:noFill/>
          </a:ln>
        </p:spPr>
      </p:sp>
      <p:sp>
        <p:nvSpPr>
          <p:cNvPr id="69" name="object-68">
            <a:extLst xmlns:a="http://schemas.openxmlformats.org/drawingml/2006/main">
              <a:ext uri="{FF2B5EF4-FFF2-40B4-BE49-F238E27FC236}">
                <a16:creationId xmlns:a16="http://schemas.microsoft.com/office/drawing/2014/main" id="{CCB0A221-98A0-4AC6-844F-A0E393C1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362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1AA"/>
          </a:solidFill>
          <a:ln xmlns:a="http://schemas.openxmlformats.org/drawingml/2006/main" w="0">
            <a:noFill/>
          </a:ln>
        </p:spPr>
      </p:sp>
      <p:sp>
        <p:nvSpPr>
          <p:cNvPr id="70" name="object-69">
            <a:extLst xmlns:a="http://schemas.openxmlformats.org/drawingml/2006/main">
              <a:ext uri="{FF2B5EF4-FFF2-40B4-BE49-F238E27FC236}">
                <a16:creationId xmlns:a16="http://schemas.microsoft.com/office/drawing/2014/main" id="{A877E645-0C2E-45ED-9822-8B52E107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362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F4E"/>
          </a:solidFill>
          <a:ln xmlns:a="http://schemas.openxmlformats.org/drawingml/2006/main" w="0">
            <a:noFill/>
          </a:ln>
        </p:spPr>
      </p:sp>
      <p:sp>
        <p:nvSpPr>
          <p:cNvPr id="71" name="object-70">
            <a:extLst xmlns:a="http://schemas.openxmlformats.org/drawingml/2006/main">
              <a:ext uri="{FF2B5EF4-FFF2-40B4-BE49-F238E27FC236}">
                <a16:creationId xmlns:a16="http://schemas.microsoft.com/office/drawing/2014/main" id="{5A85032B-4AF4-467A-9138-B60A0EDA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362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093"/>
          </a:solidFill>
          <a:ln xmlns:a="http://schemas.openxmlformats.org/drawingml/2006/main" w="0">
            <a:noFill/>
          </a:ln>
        </p:spPr>
      </p:sp>
      <p:sp>
        <p:nvSpPr>
          <p:cNvPr id="72" name="object-71">
            <a:extLst xmlns:a="http://schemas.openxmlformats.org/drawingml/2006/main">
              <a:ext uri="{FF2B5EF4-FFF2-40B4-BE49-F238E27FC236}">
                <a16:creationId xmlns:a16="http://schemas.microsoft.com/office/drawing/2014/main" id="{10CEAB02-E27A-44A4-93E0-9A5B5701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781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D8"/>
          </a:solidFill>
          <a:ln xmlns:a="http://schemas.openxmlformats.org/drawingml/2006/main" w="0">
            <a:noFill/>
          </a:ln>
        </p:spPr>
      </p:sp>
      <p:sp>
        <p:nvSpPr>
          <p:cNvPr id="73" name="object-72">
            <a:extLst xmlns:a="http://schemas.openxmlformats.org/drawingml/2006/main">
              <a:ext uri="{FF2B5EF4-FFF2-40B4-BE49-F238E27FC236}">
                <a16:creationId xmlns:a16="http://schemas.microsoft.com/office/drawing/2014/main" id="{2FB79247-0C23-46FE-B7DA-B49B6222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81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07C"/>
          </a:solidFill>
          <a:ln xmlns:a="http://schemas.openxmlformats.org/drawingml/2006/main" w="0">
            <a:noFill/>
          </a:ln>
        </p:spPr>
      </p:sp>
      <p:sp>
        <p:nvSpPr>
          <p:cNvPr id="74" name="object-73">
            <a:extLst xmlns:a="http://schemas.openxmlformats.org/drawingml/2006/main">
              <a:ext uri="{FF2B5EF4-FFF2-40B4-BE49-F238E27FC236}">
                <a16:creationId xmlns:a16="http://schemas.microsoft.com/office/drawing/2014/main" id="{D967039A-F00B-48A5-AB98-B2973668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781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C1"/>
          </a:solidFill>
          <a:ln xmlns:a="http://schemas.openxmlformats.org/drawingml/2006/main" w="0">
            <a:noFill/>
          </a:ln>
        </p:spPr>
      </p:sp>
      <p:sp>
        <p:nvSpPr>
          <p:cNvPr id="75" name="object-74">
            <a:extLst xmlns:a="http://schemas.openxmlformats.org/drawingml/2006/main">
              <a:ext uri="{FF2B5EF4-FFF2-40B4-BE49-F238E27FC236}">
                <a16:creationId xmlns:a16="http://schemas.microsoft.com/office/drawing/2014/main" id="{097F1631-FBC5-4FF7-9DD7-84FEFBF3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816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rPr>
              <a:t>本次计算的贡献</a:t>
            </a:r>
          </a:p>
        </p:txBody>
      </p:sp>
      <p:sp>
        <p:nvSpPr>
          <p:cNvPr id="76" name="object-75">
            <a:extLst xmlns:a="http://schemas.openxmlformats.org/drawingml/2006/main">
              <a:ext uri="{FF2B5EF4-FFF2-40B4-BE49-F238E27FC236}">
                <a16:creationId xmlns:a16="http://schemas.microsoft.com/office/drawing/2014/main" id="{E9A43F24-70C7-43CA-BAC2-81F803F7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82350" y="4552950"/>
            <a:ext cx="361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77" name="object-76">
            <a:extLst xmlns:a="http://schemas.openxmlformats.org/drawingml/2006/main">
              <a:ext uri="{FF2B5EF4-FFF2-40B4-BE49-F238E27FC236}">
                <a16:creationId xmlns:a16="http://schemas.microsoft.com/office/drawing/2014/main" id="{6F6A0CB8-1CC7-4896-A113-F3DE7200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49050" y="4552950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78" name="object-77">
            <a:extLst xmlns:a="http://schemas.openxmlformats.org/drawingml/2006/main">
              <a:ext uri="{FF2B5EF4-FFF2-40B4-BE49-F238E27FC236}">
                <a16:creationId xmlns:a16="http://schemas.microsoft.com/office/drawing/2014/main" id="{C32C7B71-74EE-4EB4-AC8D-0D1FA9E1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449050" y="4505325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79" name="object-78">
            <a:extLst xmlns:a="http://schemas.openxmlformats.org/drawingml/2006/main">
              <a:ext uri="{FF2B5EF4-FFF2-40B4-BE49-F238E27FC236}">
                <a16:creationId xmlns:a16="http://schemas.microsoft.com/office/drawing/2014/main" id="{DA65DE08-3DD5-4616-812B-B799BDAF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286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23813">
            <a:solidFill>
              <a:srgbClr val="EEEEEE"/>
            </a:solidFill>
          </a:ln>
        </p:spPr>
      </p:sp>
      <p:sp>
        <p:nvSpPr>
          <p:cNvPr id="80" name="object-79">
            <a:extLst xmlns:a="http://schemas.openxmlformats.org/drawingml/2006/main">
              <a:ext uri="{FF2B5EF4-FFF2-40B4-BE49-F238E27FC236}">
                <a16:creationId xmlns:a16="http://schemas.microsoft.com/office/drawing/2014/main" id="{5BE4B875-CCA0-441C-835B-1DECF95B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295775"/>
            <a:ext cx="533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81" name="object-80">
            <a:extLst xmlns:a="http://schemas.openxmlformats.org/drawingml/2006/main">
              <a:ext uri="{FF2B5EF4-FFF2-40B4-BE49-F238E27FC236}">
                <a16:creationId xmlns:a16="http://schemas.microsoft.com/office/drawing/2014/main" id="{78B92127-BA83-4E7A-BB76-6D580899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077700" y="4552950"/>
            <a:ext cx="7239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82" name="object-81">
            <a:extLst xmlns:a="http://schemas.openxmlformats.org/drawingml/2006/main">
              <a:ext uri="{FF2B5EF4-FFF2-40B4-BE49-F238E27FC236}">
                <a16:creationId xmlns:a16="http://schemas.microsoft.com/office/drawing/2014/main" id="{63C9448D-42AE-4DA6-987F-13D4B79E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706350" y="4552950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83" name="object-82">
            <a:extLst xmlns:a="http://schemas.openxmlformats.org/drawingml/2006/main">
              <a:ext uri="{FF2B5EF4-FFF2-40B4-BE49-F238E27FC236}">
                <a16:creationId xmlns:a16="http://schemas.microsoft.com/office/drawing/2014/main" id="{5A34FFB5-B39A-4D38-886C-A9CE5CEB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706350" y="4505325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BEFF"/>
            </a:solidFill>
            <a:prstDash val="solid"/>
          </a:ln>
        </p:spPr>
      </p:sp>
      <p:sp>
        <p:nvSpPr>
          <p:cNvPr id="84" name="object-83">
            <a:extLst xmlns:a="http://schemas.openxmlformats.org/drawingml/2006/main">
              <a:ext uri="{FF2B5EF4-FFF2-40B4-BE49-F238E27FC236}">
                <a16:creationId xmlns:a16="http://schemas.microsoft.com/office/drawing/2014/main" id="{D2E5C3CC-A591-455D-B963-AF971323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381375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8DBE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8DBEFF"/>
                </a:solidFill>
                <a:latin typeface="Noto Sans CJK SC"/>
                <a:ea typeface="Noto Sans CJK SC"/>
                <a:cs typeface="Noto Sans CJK SC"/>
              </a:rPr>
              <a:t>单元输出 v</a:t>
            </a:r>
          </a:p>
        </p:txBody>
      </p:sp>
      <p:sp>
        <p:nvSpPr>
          <p:cNvPr id="85" name="object-84">
            <a:extLst xmlns:a="http://schemas.openxmlformats.org/drawingml/2006/main">
              <a:ext uri="{FF2B5EF4-FFF2-40B4-BE49-F238E27FC236}">
                <a16:creationId xmlns:a16="http://schemas.microsoft.com/office/drawing/2014/main" id="{7D3E8C3C-EB86-4505-8881-3855C9D8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943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EFF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6" name="object-85">
            <a:extLst xmlns:a="http://schemas.openxmlformats.org/drawingml/2006/main">
              <a:ext uri="{FF2B5EF4-FFF2-40B4-BE49-F238E27FC236}">
                <a16:creationId xmlns:a16="http://schemas.microsoft.com/office/drawing/2014/main" id="{7459E1A6-BC1F-44E9-A1D1-1EFE8CBC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943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1.5</a:t>
            </a:r>
          </a:p>
        </p:txBody>
      </p:sp>
      <p:sp>
        <p:nvSpPr>
          <p:cNvPr id="87" name="object-86">
            <a:extLst xmlns:a="http://schemas.openxmlformats.org/drawingml/2006/main">
              <a:ext uri="{FF2B5EF4-FFF2-40B4-BE49-F238E27FC236}">
                <a16:creationId xmlns:a16="http://schemas.microsoft.com/office/drawing/2014/main" id="{55686E01-EFC9-44A9-93E3-F3B8C742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3943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C1"/>
          </a:solidFill>
          <a:ln xmlns:a="http://schemas.openxmlformats.org/drawingml/2006/main" w="0">
            <a:noFill/>
          </a:ln>
        </p:spPr>
      </p:sp>
      <p:sp>
        <p:nvSpPr>
          <p:cNvPr id="88" name="object-87">
            <a:extLst xmlns:a="http://schemas.openxmlformats.org/drawingml/2006/main">
              <a:ext uri="{FF2B5EF4-FFF2-40B4-BE49-F238E27FC236}">
                <a16:creationId xmlns:a16="http://schemas.microsoft.com/office/drawing/2014/main" id="{64AF1E4D-3EB5-4B27-A0F2-B5479A54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9433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F65"/>
          </a:solidFill>
          <a:ln xmlns:a="http://schemas.openxmlformats.org/drawingml/2006/main" w="0">
            <a:noFill/>
          </a:ln>
        </p:spPr>
      </p:sp>
      <p:sp>
        <p:nvSpPr>
          <p:cNvPr id="89" name="object-88">
            <a:extLst xmlns:a="http://schemas.openxmlformats.org/drawingml/2006/main">
              <a:ext uri="{FF2B5EF4-FFF2-40B4-BE49-F238E27FC236}">
                <a16:creationId xmlns:a16="http://schemas.microsoft.com/office/drawing/2014/main" id="{E35F71CC-F7E5-431D-89EC-08BDFA9C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362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1AA"/>
          </a:solidFill>
          <a:ln xmlns:a="http://schemas.openxmlformats.org/drawingml/2006/main" w="0">
            <a:noFill/>
          </a:ln>
        </p:spPr>
      </p:sp>
      <p:sp>
        <p:nvSpPr>
          <p:cNvPr id="90" name="object-89">
            <a:extLst xmlns:a="http://schemas.openxmlformats.org/drawingml/2006/main">
              <a:ext uri="{FF2B5EF4-FFF2-40B4-BE49-F238E27FC236}">
                <a16:creationId xmlns:a16="http://schemas.microsoft.com/office/drawing/2014/main" id="{A54C7E9E-CBAB-4331-BB4F-259FC8C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362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F4E"/>
          </a:solidFill>
          <a:ln xmlns:a="http://schemas.openxmlformats.org/drawingml/2006/main" w="0">
            <a:noFill/>
          </a:ln>
        </p:spPr>
      </p:sp>
      <p:sp>
        <p:nvSpPr>
          <p:cNvPr id="91" name="object-90">
            <a:extLst xmlns:a="http://schemas.openxmlformats.org/drawingml/2006/main">
              <a:ext uri="{FF2B5EF4-FFF2-40B4-BE49-F238E27FC236}">
                <a16:creationId xmlns:a16="http://schemas.microsoft.com/office/drawing/2014/main" id="{39B3E976-2789-45E7-B7E4-17CA7B49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3624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093"/>
          </a:solidFill>
          <a:ln xmlns:a="http://schemas.openxmlformats.org/drawingml/2006/main" w="0">
            <a:noFill/>
          </a:ln>
        </p:spPr>
      </p:sp>
      <p:sp>
        <p:nvSpPr>
          <p:cNvPr id="92" name="object-91">
            <a:extLst xmlns:a="http://schemas.openxmlformats.org/drawingml/2006/main">
              <a:ext uri="{FF2B5EF4-FFF2-40B4-BE49-F238E27FC236}">
                <a16:creationId xmlns:a16="http://schemas.microsoft.com/office/drawing/2014/main" id="{60A94B17-34B9-4E68-9CD4-ADE444D7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781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2D8"/>
          </a:solidFill>
          <a:ln xmlns:a="http://schemas.openxmlformats.org/drawingml/2006/main" w="0">
            <a:noFill/>
          </a:ln>
        </p:spPr>
      </p:sp>
      <p:sp>
        <p:nvSpPr>
          <p:cNvPr id="93" name="object-92">
            <a:extLst xmlns:a="http://schemas.openxmlformats.org/drawingml/2006/main">
              <a:ext uri="{FF2B5EF4-FFF2-40B4-BE49-F238E27FC236}">
                <a16:creationId xmlns:a16="http://schemas.microsoft.com/office/drawing/2014/main" id="{2399D497-4CC9-433C-BDF9-E40AC47E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781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07C"/>
          </a:solidFill>
          <a:ln xmlns:a="http://schemas.openxmlformats.org/drawingml/2006/main" w="0">
            <a:noFill/>
          </a:ln>
        </p:spPr>
      </p:sp>
      <p:sp>
        <p:nvSpPr>
          <p:cNvPr id="94" name="object-93">
            <a:extLst xmlns:a="http://schemas.openxmlformats.org/drawingml/2006/main">
              <a:ext uri="{FF2B5EF4-FFF2-40B4-BE49-F238E27FC236}">
                <a16:creationId xmlns:a16="http://schemas.microsoft.com/office/drawing/2014/main" id="{0CF8BBD2-2CFD-4D66-B384-AD40CBB3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7815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C1"/>
          </a:solidFill>
          <a:ln xmlns:a="http://schemas.openxmlformats.org/drawingml/2006/main" w="0">
            <a:noFill/>
          </a:ln>
        </p:spPr>
      </p:sp>
      <p:sp>
        <p:nvSpPr>
          <p:cNvPr id="95" name="object-94">
            <a:extLst xmlns:a="http://schemas.openxmlformats.org/drawingml/2006/main">
              <a:ext uri="{FF2B5EF4-FFF2-40B4-BE49-F238E27FC236}">
                <a16:creationId xmlns:a16="http://schemas.microsoft.com/office/drawing/2014/main" id="{03DD97D7-02C5-4BDD-AA7B-623FB757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381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rPr>
              <a:t>v = u + r</a:t>
            </a:r>
          </a:p>
        </p:txBody>
      </p:sp>
      <p:sp>
        <p:nvSpPr>
          <p:cNvPr id="96" name="object-95">
            <a:extLst xmlns:a="http://schemas.openxmlformats.org/drawingml/2006/main">
              <a:ext uri="{FF2B5EF4-FFF2-40B4-BE49-F238E27FC236}">
                <a16:creationId xmlns:a16="http://schemas.microsoft.com/office/drawing/2014/main" id="{82B1F865-D256-42EB-BCC7-6DF79B0D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8769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rPr>
              <a:t>同一位置：2 + (−0.5) = 1.5</a:t>
            </a:r>
          </a:p>
        </p:txBody>
      </p:sp>
      <p:sp>
        <p:nvSpPr>
          <p:cNvPr id="97" name="object-96">
            <a:extLst xmlns:a="http://schemas.openxmlformats.org/drawingml/2006/main">
              <a:ext uri="{FF2B5EF4-FFF2-40B4-BE49-F238E27FC236}">
                <a16:creationId xmlns:a16="http://schemas.microsoft.com/office/drawing/2014/main" id="{2C654E15-F865-4CC9-B4D1-9A898D8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77950" y="4552950"/>
            <a:ext cx="438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A7A7"/>
            </a:solidFill>
            <a:prstDash val="solid"/>
          </a:ln>
        </p:spPr>
      </p:sp>
      <p:sp>
        <p:nvSpPr>
          <p:cNvPr id="98" name="object-97">
            <a:extLst xmlns:a="http://schemas.openxmlformats.org/drawingml/2006/main">
              <a:ext uri="{FF2B5EF4-FFF2-40B4-BE49-F238E27FC236}">
                <a16:creationId xmlns:a16="http://schemas.microsoft.com/office/drawing/2014/main" id="{13E6C75E-56E7-4D00-8735-8A0830BE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516100" y="4552950"/>
            <a:ext cx="95" cy="1857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A7A7"/>
            </a:solidFill>
            <a:prstDash val="solid"/>
          </a:ln>
        </p:spPr>
      </p:sp>
      <p:sp>
        <p:nvSpPr>
          <p:cNvPr id="99" name="object-98">
            <a:extLst xmlns:a="http://schemas.openxmlformats.org/drawingml/2006/main">
              <a:ext uri="{FF2B5EF4-FFF2-40B4-BE49-F238E27FC236}">
                <a16:creationId xmlns:a16="http://schemas.microsoft.com/office/drawing/2014/main" id="{1C7FC580-AC17-486D-9B72-F221DEF9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430250" y="6410325"/>
            <a:ext cx="10858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A7A7"/>
            </a:solidFill>
            <a:prstDash val="solid"/>
          </a:ln>
        </p:spPr>
      </p:sp>
      <p:sp>
        <p:nvSpPr>
          <p:cNvPr id="100" name="object-99">
            <a:extLst xmlns:a="http://schemas.openxmlformats.org/drawingml/2006/main">
              <a:ext uri="{FF2B5EF4-FFF2-40B4-BE49-F238E27FC236}">
                <a16:creationId xmlns:a16="http://schemas.microsoft.com/office/drawing/2014/main" id="{4FFAE72D-624C-4861-AC27-E5CF4EE4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430250" y="6410325"/>
            <a:ext cx="95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A7A7"/>
            </a:solidFill>
            <a:prstDash val="solid"/>
          </a:ln>
        </p:spPr>
      </p:sp>
      <p:sp>
        <p:nvSpPr>
          <p:cNvPr id="101" name="object-100">
            <a:extLst xmlns:a="http://schemas.openxmlformats.org/drawingml/2006/main">
              <a:ext uri="{FF2B5EF4-FFF2-40B4-BE49-F238E27FC236}">
                <a16:creationId xmlns:a16="http://schemas.microsoft.com/office/drawing/2014/main" id="{483C5C70-DC71-42F7-8BE0-3409F0AA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382625" y="6448425"/>
            <a:ext cx="476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A7A7"/>
            </a:solidFill>
            <a:prstDash val="solid"/>
          </a:ln>
        </p:spPr>
      </p:sp>
      <p:sp>
        <p:nvSpPr>
          <p:cNvPr id="102" name="object-101">
            <a:extLst xmlns:a="http://schemas.openxmlformats.org/drawingml/2006/main">
              <a:ext uri="{FF2B5EF4-FFF2-40B4-BE49-F238E27FC236}">
                <a16:creationId xmlns:a16="http://schemas.microsoft.com/office/drawing/2014/main" id="{A53FECBA-3216-4399-9889-0F8C3071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430250" y="6448425"/>
            <a:ext cx="476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7A7A7"/>
            </a:solidFill>
            <a:prstDash val="solid"/>
          </a:ln>
        </p:spPr>
      </p:sp>
      <p:sp>
        <p:nvSpPr>
          <p:cNvPr id="103" name="object-102">
            <a:extLst xmlns:a="http://schemas.openxmlformats.org/drawingml/2006/main">
              <a:ext uri="{FF2B5EF4-FFF2-40B4-BE49-F238E27FC236}">
                <a16:creationId xmlns:a16="http://schemas.microsoft.com/office/drawing/2014/main" id="{238E4716-18D8-4403-93C2-B580874E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6294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EEEEEE"/>
                </a:solidFill>
                <a:latin typeface="Noto Sans CJK SC"/>
                <a:ea typeface="Noto Sans CJK SC"/>
                <a:cs typeface="Noto Sans CJK SC"/>
              </a:rPr>
              <a:t>后续计算 / Loss</a:t>
            </a:r>
          </a:p>
        </p:txBody>
      </p:sp>
      <p:sp>
        <p:nvSpPr>
          <p:cNvPr id="104" name="object-103">
            <a:extLst xmlns:a="http://schemas.openxmlformats.org/drawingml/2006/main">
              <a:ext uri="{FF2B5EF4-FFF2-40B4-BE49-F238E27FC236}">
                <a16:creationId xmlns:a16="http://schemas.microsoft.com/office/drawing/2014/main" id="{28CCB837-6634-4CFE-B128-17B696A4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3430250" y="7029450"/>
            <a:ext cx="9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A4EA"/>
            </a:solidFill>
            <a:prstDash val="dash"/>
          </a:ln>
        </p:spPr>
      </p:sp>
      <p:sp>
        <p:nvSpPr>
          <p:cNvPr id="105" name="object-104">
            <a:extLst xmlns:a="http://schemas.openxmlformats.org/drawingml/2006/main">
              <a:ext uri="{FF2B5EF4-FFF2-40B4-BE49-F238E27FC236}">
                <a16:creationId xmlns:a16="http://schemas.microsoft.com/office/drawing/2014/main" id="{D3F69340-E456-4976-901F-ACE0C610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76850" y="7143750"/>
            <a:ext cx="8153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A4EA"/>
            </a:solidFill>
            <a:prstDash val="dash"/>
          </a:ln>
        </p:spPr>
      </p:sp>
      <p:sp>
        <p:nvSpPr>
          <p:cNvPr id="106" name="object-105">
            <a:extLst xmlns:a="http://schemas.openxmlformats.org/drawingml/2006/main">
              <a:ext uri="{FF2B5EF4-FFF2-40B4-BE49-F238E27FC236}">
                <a16:creationId xmlns:a16="http://schemas.microsoft.com/office/drawing/2014/main" id="{732A9D36-9811-49EF-965F-A70D20BE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76850" y="7096125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A4EA"/>
            </a:solidFill>
            <a:prstDash val="solid"/>
          </a:ln>
        </p:spPr>
      </p:sp>
      <p:sp>
        <p:nvSpPr>
          <p:cNvPr id="107" name="object-106">
            <a:extLst xmlns:a="http://schemas.openxmlformats.org/drawingml/2006/main">
              <a:ext uri="{FF2B5EF4-FFF2-40B4-BE49-F238E27FC236}">
                <a16:creationId xmlns:a16="http://schemas.microsoft.com/office/drawing/2014/main" id="{2EF6D0E3-9761-42D9-A3A3-D1274BC6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76850" y="7143750"/>
            <a:ext cx="9525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7A4EA"/>
            </a:solidFill>
            <a:prstDash val="solid"/>
          </a:ln>
        </p:spPr>
      </p:sp>
      <p:sp>
        <p:nvSpPr>
          <p:cNvPr id="108" name="object-107">
            <a:extLst xmlns:a="http://schemas.openxmlformats.org/drawingml/2006/main">
              <a:ext uri="{FF2B5EF4-FFF2-40B4-BE49-F238E27FC236}">
                <a16:creationId xmlns:a16="http://schemas.microsoft.com/office/drawing/2014/main" id="{C0EA5C35-7744-4D6A-943E-2FEA2B3C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70560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B7A4E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B7A4EA"/>
                </a:solidFill>
                <a:latin typeface="Noto Sans CJK SC"/>
                <a:ea typeface="Noto Sans CJK SC"/>
                <a:cs typeface="Noto Sans CJK SC"/>
              </a:rPr>
              <a:t>经后续计算反向求导</a:t>
            </a:r>
          </a:p>
        </p:txBody>
      </p:sp>
      <p:sp>
        <p:nvSpPr>
          <p:cNvPr id="109" name="object-108">
            <a:extLst xmlns:a="http://schemas.openxmlformats.org/drawingml/2006/main">
              <a:ext uri="{FF2B5EF4-FFF2-40B4-BE49-F238E27FC236}">
                <a16:creationId xmlns:a16="http://schemas.microsoft.com/office/drawing/2014/main" id="{B40D75CF-33F8-4638-8824-3DAA8D7F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86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5573"/>
          </a:solidFill>
          <a:ln xmlns:a="http://schemas.openxmlformats.org/drawingml/2006/main" w="0">
            <a:noFill/>
          </a:ln>
        </p:spPr>
      </p:sp>
      <p:sp>
        <p:nvSpPr>
          <p:cNvPr id="110" name="object-109">
            <a:extLst xmlns:a="http://schemas.openxmlformats.org/drawingml/2006/main">
              <a:ext uri="{FF2B5EF4-FFF2-40B4-BE49-F238E27FC236}">
                <a16:creationId xmlns:a16="http://schemas.microsoft.com/office/drawing/2014/main" id="{7E4073E4-2262-4757-B8E1-54C1B948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86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7EB2"/>
          </a:solidFill>
          <a:ln xmlns:a="http://schemas.openxmlformats.org/drawingml/2006/main" w="0">
            <a:noFill/>
          </a:ln>
        </p:spPr>
      </p:sp>
      <p:sp>
        <p:nvSpPr>
          <p:cNvPr id="111" name="object-110">
            <a:extLst xmlns:a="http://schemas.openxmlformats.org/drawingml/2006/main">
              <a:ext uri="{FF2B5EF4-FFF2-40B4-BE49-F238E27FC236}">
                <a16:creationId xmlns:a16="http://schemas.microsoft.com/office/drawing/2014/main" id="{3451FFCA-860B-46DA-BFBE-A0D3C1CE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86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475E"/>
          </a:solidFill>
          <a:ln xmlns:a="http://schemas.openxmlformats.org/drawingml/2006/main" w="0">
            <a:noFill/>
          </a:ln>
        </p:spPr>
      </p:sp>
      <p:sp>
        <p:nvSpPr>
          <p:cNvPr id="112" name="object-111">
            <a:extLst xmlns:a="http://schemas.openxmlformats.org/drawingml/2006/main">
              <a:ext uri="{FF2B5EF4-FFF2-40B4-BE49-F238E27FC236}">
                <a16:creationId xmlns:a16="http://schemas.microsoft.com/office/drawing/2014/main" id="{B7A12793-0D3F-420C-876C-59C9C64F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096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719D"/>
          </a:solidFill>
          <a:ln xmlns:a="http://schemas.openxmlformats.org/drawingml/2006/main" w="0">
            <a:noFill/>
          </a:ln>
        </p:spPr>
      </p:sp>
      <p:sp>
        <p:nvSpPr>
          <p:cNvPr id="113" name="object-112">
            <a:extLst xmlns:a="http://schemas.openxmlformats.org/drawingml/2006/main">
              <a:ext uri="{FF2B5EF4-FFF2-40B4-BE49-F238E27FC236}">
                <a16:creationId xmlns:a16="http://schemas.microsoft.com/office/drawing/2014/main" id="{C515B396-CB28-4C16-9558-A05C5E96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7096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3949"/>
          </a:solidFill>
          <a:ln xmlns:a="http://schemas.openxmlformats.org/drawingml/2006/main" w="0">
            <a:noFill/>
          </a:ln>
        </p:spPr>
      </p:sp>
      <p:sp>
        <p:nvSpPr>
          <p:cNvPr id="114" name="object-113">
            <a:extLst xmlns:a="http://schemas.openxmlformats.org/drawingml/2006/main">
              <a:ext uri="{FF2B5EF4-FFF2-40B4-BE49-F238E27FC236}">
                <a16:creationId xmlns:a16="http://schemas.microsoft.com/office/drawing/2014/main" id="{A52FA3E5-AEDB-4351-A280-DE7C5447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096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6388"/>
          </a:solidFill>
          <a:ln xmlns:a="http://schemas.openxmlformats.org/drawingml/2006/main" w="0">
            <a:noFill/>
          </a:ln>
        </p:spPr>
      </p:sp>
      <p:sp>
        <p:nvSpPr>
          <p:cNvPr id="115" name="object-114">
            <a:extLst xmlns:a="http://schemas.openxmlformats.org/drawingml/2006/main">
              <a:ext uri="{FF2B5EF4-FFF2-40B4-BE49-F238E27FC236}">
                <a16:creationId xmlns:a16="http://schemas.microsoft.com/office/drawing/2014/main" id="{30B11E7A-7943-4258-A20A-2CF8A0E4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34175"/>
            <a:ext cx="3571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A4E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B7A4EA"/>
                </a:solidFill>
                <a:latin typeface="Noto Sans CJK SC"/>
                <a:ea typeface="Noto Sans CJK SC"/>
                <a:cs typeface="Noto Sans CJK SC"/>
              </a:rPr>
              <a:t>参数梯度 ∂L/∂W</a:t>
            </a:r>
          </a:p>
        </p:txBody>
      </p:sp>
      <p:sp>
        <p:nvSpPr>
          <p:cNvPr id="116" name="object-115">
            <a:extLst xmlns:a="http://schemas.openxmlformats.org/drawingml/2006/main">
              <a:ext uri="{FF2B5EF4-FFF2-40B4-BE49-F238E27FC236}">
                <a16:creationId xmlns:a16="http://schemas.microsoft.com/office/drawing/2014/main" id="{D9462FB6-9807-4583-8B55-536E57A2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rPr>
              <a:t>参数怎样影响损失</a:t>
            </a:r>
          </a:p>
        </p:txBody>
      </p:sp>
      <p:sp>
        <p:nvSpPr>
          <p:cNvPr id="117" name="object-116">
            <a:extLst xmlns:a="http://schemas.openxmlformats.org/drawingml/2006/main">
              <a:ext uri="{FF2B5EF4-FFF2-40B4-BE49-F238E27FC236}">
                <a16:creationId xmlns:a16="http://schemas.microsoft.com/office/drawing/2014/main" id="{F500CBB0-104E-4903-AD4B-61BFB13F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4104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rPr>
              <a:t>优化器据此更新 W</a:t>
            </a:r>
          </a:p>
        </p:txBody>
      </p:sp>
      <p:sp>
        <p:nvSpPr>
          <p:cNvPr id="118" name="object-117">
            <a:extLst xmlns:a="http://schemas.openxmlformats.org/drawingml/2006/main">
              <a:ext uri="{FF2B5EF4-FFF2-40B4-BE49-F238E27FC236}">
                <a16:creationId xmlns:a16="http://schemas.microsoft.com/office/drawing/2014/main" id="{88937E2A-60D7-461D-8F1C-09087FF9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1500" y="7886700"/>
            <a:ext cx="14097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119" name="object-118">
            <a:extLst xmlns:a="http://schemas.openxmlformats.org/drawingml/2006/main">
              <a:ext uri="{FF2B5EF4-FFF2-40B4-BE49-F238E27FC236}">
                <a16:creationId xmlns:a16="http://schemas.microsoft.com/office/drawing/2014/main" id="{4DA7C89F-301C-4201-A793-E7FE6E77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1409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A7A7A7"/>
                </a:solidFill>
                <a:latin typeface="Noto Sans CJK SC"/>
                <a:ea typeface="Noto Sans CJK SC"/>
                <a:cs typeface="Noto Sans CJK SC"/>
              </a:rPr>
              <a:t>层边界 Hidden states 是整层输入 / 输出；图中仅展开一个残差单元，网格为示意。</a:t>
            </a:r>
          </a:p>
        </p:txBody>
      </p:sp>
    </p:spTree>
    <p:extLst>
      <p:ext uri="{BB962C8B-B14F-4D97-AF65-F5344CB8AC3E}">
        <p14:creationId xmlns:p14="http://schemas.microsoft.com/office/powerpoint/2010/main" val="1891566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2026-09-18T07:52:32.8120000Z</dcterms:created>
  <dcterms:modified xsi:type="dcterms:W3CDTF">2026-09-18T07:52:32.8120000Z</dcterms:modified>
</coreProperties>
</file>